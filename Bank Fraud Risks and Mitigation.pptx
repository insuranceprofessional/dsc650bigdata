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74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86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68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816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4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860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0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61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11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15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220DBA-8988-4873-8FCD-3FFAC3CF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743E7-F8CC-AEE6-7CA0-718E947F20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6799" r="-1" b="3178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5D9574-5917-08E5-12B3-6DF2FA434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822960"/>
            <a:ext cx="7213092" cy="5015169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Bank Fraud Risks and Mitigation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5C8A6-FCBB-8635-99E8-14BE1ED39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493" y="3041761"/>
            <a:ext cx="2429605" cy="285620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Champlin Smith</a:t>
            </a:r>
          </a:p>
          <a:p>
            <a:r>
              <a:rPr lang="en-US">
                <a:solidFill>
                  <a:srgbClr val="FFFFFF"/>
                </a:solidFill>
              </a:rPr>
              <a:t>DSC6820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8CB1B5-064D-4590-A7F2-70C604854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0238" y="571500"/>
            <a:ext cx="11060262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3F81E2-AE9A-4D71-87B5-D24817F3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571500"/>
            <a:ext cx="0" cy="57150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C0F619-4F98-49B2-B92F-39B242F3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6287848"/>
            <a:ext cx="11060263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9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0BF1-9CE3-0E8D-A5A9-D36BD01E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FB08-5428-4321-93C3-011BA5777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Problem Statement</a:t>
            </a:r>
          </a:p>
          <a:p>
            <a:r>
              <a:rPr lang="en-US" dirty="0">
                <a:latin typeface="+mj-lt"/>
              </a:rPr>
              <a:t>Rising levels of credit card fraud and suspicious account activity across global operations.</a:t>
            </a:r>
          </a:p>
          <a:p>
            <a:r>
              <a:rPr lang="en-US" dirty="0">
                <a:latin typeface="+mj-lt"/>
              </a:rPr>
              <a:t>Existing fraud systems lack real-time processing and cannot respond fast enough.</a:t>
            </a:r>
          </a:p>
          <a:p>
            <a:r>
              <a:rPr lang="en-US" dirty="0">
                <a:latin typeface="+mj-lt"/>
              </a:rPr>
              <a:t>Customer, vendor, and location data spread across multiple platforms prevents accurate risk evaluation.</a:t>
            </a:r>
          </a:p>
          <a:p>
            <a:r>
              <a:rPr lang="en-US" dirty="0">
                <a:latin typeface="+mj-lt"/>
              </a:rPr>
              <a:t>High false positives and limited contextual enrichment reduce fraud detection accuracy.</a:t>
            </a:r>
          </a:p>
          <a:p>
            <a:r>
              <a:rPr lang="en-US" dirty="0">
                <a:latin typeface="+mj-lt"/>
              </a:rPr>
              <a:t>Increasing Anti-Money Laundering (AML) regulations require full transparency and long-term record retention.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Key Risks</a:t>
            </a:r>
          </a:p>
          <a:p>
            <a:r>
              <a:rPr lang="en-US" dirty="0">
                <a:latin typeface="+mj-lt"/>
              </a:rPr>
              <a:t>Financial Loss</a:t>
            </a:r>
            <a:r>
              <a:rPr lang="en-US" b="1" dirty="0">
                <a:latin typeface="+mj-lt"/>
              </a:rPr>
              <a:t>:</a:t>
            </a:r>
            <a:r>
              <a:rPr lang="en-US" dirty="0">
                <a:latin typeface="+mj-lt"/>
              </a:rPr>
              <a:t> Unauthorized transactions quickly accumulate without real-time blocking.</a:t>
            </a:r>
          </a:p>
          <a:p>
            <a:r>
              <a:rPr lang="en-US" dirty="0">
                <a:latin typeface="+mj-lt"/>
              </a:rPr>
              <a:t>Regulatory Exposure: Failure to meet AML and fraud compliance standards.</a:t>
            </a:r>
          </a:p>
          <a:p>
            <a:r>
              <a:rPr lang="en-US" dirty="0">
                <a:latin typeface="+mj-lt"/>
              </a:rPr>
              <a:t>Customer Impact: Slow detection damages trust and increases dissatisfaction.</a:t>
            </a:r>
          </a:p>
          <a:p>
            <a:r>
              <a:rPr lang="en-US" dirty="0">
                <a:latin typeface="+mj-lt"/>
              </a:rPr>
              <a:t>Operational Inefficiency: Manual reviews and disconnected data systems slow response times.</a:t>
            </a:r>
          </a:p>
          <a:p>
            <a:r>
              <a:rPr lang="en-US" dirty="0">
                <a:latin typeface="+mj-lt"/>
              </a:rPr>
              <a:t>Reputational Damage: Publicized fraud events undermine confidence in the bank’s security.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1227302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142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Batang</vt:lpstr>
      <vt:lpstr>Arial</vt:lpstr>
      <vt:lpstr>Avenir Next LT Pro Light</vt:lpstr>
      <vt:lpstr>AlignmentVTI</vt:lpstr>
      <vt:lpstr>Bank Fraud Risks and Mitigation</vt:lpstr>
      <vt:lpstr>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Champlin Smith</dc:creator>
  <cp:lastModifiedBy>Champlin Smith</cp:lastModifiedBy>
  <cp:revision>1</cp:revision>
  <dcterms:created xsi:type="dcterms:W3CDTF">2025-11-17T03:04:12Z</dcterms:created>
  <dcterms:modified xsi:type="dcterms:W3CDTF">2025-11-17T03:30:06Z</dcterms:modified>
</cp:coreProperties>
</file>